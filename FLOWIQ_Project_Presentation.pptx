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FLOWIQ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2E6FA"/>
                </a:solidFill>
                <a:latin typeface="Arial"/>
              </a:defRPr>
            </a:pPr>
            <a:r>
              <a:t>Smart Waiting &amp; Service Flow Optimization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069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rial"/>
              </a:defRPr>
            </a:pPr>
            <a:r>
              <a:t>Python Essentials Project | CSE1021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FLOWIQ | Python Essentials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0"/>
                </a:solidFill>
                <a:latin typeface="Arial"/>
              </a:defRPr>
            </a:pPr>
            <a:r>
              <a:t>Queues are easy to create; efficient service flow is harder.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Waiting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People do not know how long they may wait.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47472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Uneven load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One counter can be crowded while another is light.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47472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Limited capacity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Only some counters support a specific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FLOWIQ converts this everyday problem into a structured Python decision problem.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It can later be adapted to colleges, clinics, banks, restaurants and service centers.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How FLOWIQ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1. Receive a service request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2. Calculate transparent priority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3. Find eligible service counters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4. Compare projected workload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5. Route to the least-loaded eligible counter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6. Estimate waiting time and update the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The core decision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303520" cy="13716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Priority score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Urgency x 5 + Impact x 3 + Group + Wait + Bonus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17320"/>
            <a:ext cx="5303520" cy="13716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Routing key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(Projected workload, Queue length, Service 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5303520" cy="13716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Transparent output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Priority label + recommended counter + estimated 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63240"/>
            <a:ext cx="5303520" cy="13716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What-if simulation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Compare waiting outcomes for different counter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Example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Service: IT Support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Urgency: 8 / 10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Impact: 7 / 10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People affected: 1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Eligible counter: Digital Help Desk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Decision: route to the eligible counter with the lowest projected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Python Essentials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566160" cy="146304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Data structures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List, tuple, set, dictionary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325880"/>
            <a:ext cx="3566160" cy="146304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Control + functions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if/else, loops, validation,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25880"/>
            <a:ext cx="3566160" cy="146304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Modules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User-defined package + itertools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54680"/>
            <a:ext cx="3566160" cy="146304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NumPy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Queue and workload arrays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154680"/>
            <a:ext cx="3566160" cy="146304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OOP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Inheritance, overriding, encapsulation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154680"/>
            <a:ext cx="3566160" cy="146304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More OOP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Static/class methods + operator overloading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What-if capacity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970"/>
                </a:solidFill>
                <a:latin typeface="Arial"/>
              </a:defRPr>
            </a:pPr>
            <a:r>
              <a:t>A small educational simulation of workload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Input: service durations such as 4, 5, 7, 4, 6, 5, 8, 4 minutes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Try 1, 2, 3 and 4 counters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Each incoming job goes to the currently least-loaded simulated counter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NumPy calculates average and maximum waiting time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The result helps discuss how capacity affects waiting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Project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424160" cy="9144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Application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main.py / demo.py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47548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flowiq.models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Person, Student, ServiceRequest, UrgentRequest, ServiceCounter, FlowCenter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651760"/>
            <a:ext cx="4754880" cy="182880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flowiq.engine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Priority, eligibility, allocation, queue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00600"/>
            <a:ext cx="4754880" cy="109728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flowiq.analytics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NumPy dashboard + simulation + combinations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800600"/>
            <a:ext cx="4754880" cy="109728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sample_data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Demo setup and sample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345C"/>
                </a:solidFill>
                <a:latin typeface="Arial"/>
              </a:defRPr>
            </a:pPr>
            <a:r>
              <a:t>Testing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201168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Testing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self_test.py checks assignment, recommendation, dashboard totals and simulation. Successful run: ALL FLOWIQ SELF-TESTS PASSED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17320"/>
            <a:ext cx="5212080" cy="201168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Limitations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Sample data; simplified waiting model; no database, live network, sensors or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10698480" cy="1417320"/>
          </a:xfrm>
          <a:prstGeom prst="roundRect">
            <a:avLst/>
          </a:prstGeom>
          <a:solidFill>
            <a:srgbClr val="EBF2FA"/>
          </a:solidFill>
          <a:ln>
            <a:solidFill>
              <a:srgbClr val="2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345C"/>
                </a:solidFill>
                <a:latin typeface="Arial"/>
              </a:defRPr>
            </a:pPr>
            <a:r>
              <a:t>Important note</a:t>
            </a:r>
          </a:p>
          <a:p>
            <a:pPr>
              <a:spcBef>
                <a:spcPts val="500"/>
              </a:spcBef>
              <a:defRPr sz="1200">
                <a:solidFill>
                  <a:srgbClr val="232323"/>
                </a:solidFill>
                <a:latin typeface="Arial"/>
              </a:defRPr>
            </a:pPr>
            <a:r>
              <a:t>Priority weights and simulation assumptions are educational design choices, not industry standards.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970"/>
                </a:solidFill>
                <a:latin typeface="Arial"/>
              </a:defRPr>
            </a:pPr>
            <a:r>
              <a:t>FLOWIQ | Python Essentials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4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Future 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F5F8FC"/>
                </a:solidFill>
                <a:latin typeface="Arial"/>
              </a:defRPr>
            </a:pPr>
            <a:r>
              <a:t>Python engine -&gt; database -&gt; web dashboard -&gt; QR tokens -&gt; notifications -&gt; historical analytics -&gt; predictive models -&gt; SaaS</a:t>
            </a:r>
          </a:p>
          <a:p>
            <a:pPr>
              <a:spcAft>
                <a:spcPts val="1000"/>
              </a:spcAft>
              <a:defRPr sz="2100">
                <a:solidFill>
                  <a:srgbClr val="F5F8FC"/>
                </a:solidFill>
                <a:latin typeface="Arial"/>
              </a:defRPr>
            </a:pPr>
            <a:r>
              <a:t>The current submission intentionally stops at the Python layer so it remains aligned with the course.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2E6FA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FLOWIQ | Python Essentials |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